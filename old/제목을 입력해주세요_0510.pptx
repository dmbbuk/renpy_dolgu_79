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ws" initials="l" lastIdx="1" clrIdx="0">
    <p:extLst>
      <p:ext uri="{19B8F6BF-5375-455C-9EA6-DF929625EA0E}">
        <p15:presenceInfo xmlns:p15="http://schemas.microsoft.com/office/powerpoint/2012/main" userId="f1981978b4b62f7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C334C-93D7-430E-B2E0-8296B9C3E01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FB6E8-1663-4BEE-A7B1-F63B4C20F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271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타이핑하듯이 한 글자씩 출력되고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그대로 가장 최근에 출력된 것부터 지워지듯이 한 글자씩 화면에서 사라지는 방식으로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618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2p</a:t>
            </a:r>
            <a:r>
              <a:rPr lang="ko-KR" altLang="en-US" dirty="0" smtClean="0"/>
              <a:t>와 동일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631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2p</a:t>
            </a:r>
            <a:r>
              <a:rPr lang="ko-KR" altLang="en-US" dirty="0" smtClean="0"/>
              <a:t>와 동일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373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2p</a:t>
            </a:r>
            <a:r>
              <a:rPr lang="ko-KR" altLang="en-US" dirty="0" smtClean="0"/>
              <a:t>와 동일하게 써졌다가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지워지는데</a:t>
            </a:r>
            <a:r>
              <a:rPr lang="en-US" altLang="ko-KR" baseline="0" dirty="0" smtClean="0"/>
              <a:t>, ‘</a:t>
            </a:r>
            <a:r>
              <a:rPr lang="ko-KR" altLang="en-US" baseline="0" dirty="0" smtClean="0"/>
              <a:t>최악은 역시</a:t>
            </a:r>
            <a:r>
              <a:rPr lang="en-US" altLang="ko-KR" baseline="0" dirty="0" smtClean="0"/>
              <a:t>’</a:t>
            </a:r>
            <a:r>
              <a:rPr lang="ko-KR" altLang="en-US" baseline="0" dirty="0" smtClean="0"/>
              <a:t>라는 글자에서 다 지워지지 않고 다음으로 넘어감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26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5p</a:t>
            </a:r>
            <a:r>
              <a:rPr lang="ko-KR" altLang="en-US" dirty="0" smtClean="0"/>
              <a:t>에 이어서</a:t>
            </a:r>
            <a:r>
              <a:rPr lang="en-US" altLang="ko-KR" dirty="0" smtClean="0"/>
              <a:t>, ‘</a:t>
            </a:r>
            <a:r>
              <a:rPr lang="ko-KR" altLang="en-US" dirty="0" smtClean="0"/>
              <a:t>형편없는 작품을 미처 지우지도</a:t>
            </a:r>
            <a:r>
              <a:rPr lang="en-US" altLang="ko-KR" dirty="0" smtClean="0"/>
              <a:t>’</a:t>
            </a:r>
            <a:r>
              <a:rPr lang="ko-KR" altLang="en-US" dirty="0" smtClean="0"/>
              <a:t>까지 써지고 다시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최악은 역시</a:t>
            </a:r>
            <a:r>
              <a:rPr lang="en-US" altLang="ko-KR" dirty="0" smtClean="0"/>
              <a:t>’</a:t>
            </a:r>
            <a:r>
              <a:rPr lang="ko-KR" altLang="en-US" dirty="0" smtClean="0"/>
              <a:t>까지만 남기고 다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지워짐</a:t>
            </a:r>
            <a:r>
              <a:rPr lang="en-US" altLang="ko-KR" baseline="0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817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6p</a:t>
            </a:r>
            <a:r>
              <a:rPr lang="ko-KR" altLang="en-US" dirty="0" smtClean="0"/>
              <a:t>에 이어서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전부 출력되었다가 이번에는 전부 </a:t>
            </a:r>
            <a:r>
              <a:rPr lang="ko-KR" altLang="en-US" baseline="0" dirty="0" err="1" smtClean="0"/>
              <a:t>지워짐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842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세 글자만 출력됨</a:t>
            </a:r>
            <a:r>
              <a:rPr lang="en-US" altLang="ko-KR" dirty="0" smtClean="0"/>
              <a:t>. (2</a:t>
            </a:r>
            <a:r>
              <a:rPr lang="ko-KR" altLang="en-US" dirty="0" smtClean="0"/>
              <a:t>초 정지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132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323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763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203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36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272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“</a:t>
            </a:r>
            <a:r>
              <a:rPr lang="ko-KR" altLang="en-US" dirty="0" smtClean="0"/>
              <a:t>욕이라도 실컷 해주고 싶소</a:t>
            </a:r>
            <a:r>
              <a:rPr lang="en-US" altLang="ko-KR" dirty="0" smtClean="0"/>
              <a:t>”</a:t>
            </a:r>
            <a:r>
              <a:rPr lang="ko-KR" altLang="en-US" dirty="0" smtClean="0"/>
              <a:t>라는 부분은 삭제되고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다른 페이지보다 조금 더 빨리 다음으로 넘어간다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052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353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456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빠르게 지워지고 다음 슬라이드로 빨리 넘어간다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831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8886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3451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아주 빠르게 써지고 아주 빠르게 삭제된다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삭제되는 내용은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작가에 대해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바로 뒤까지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005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독자를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이 써지고 즉시 지워진 다음</a:t>
            </a:r>
            <a:r>
              <a:rPr lang="en-US" altLang="ko-KR" baseline="0" dirty="0" smtClean="0"/>
              <a:t> ‘</a:t>
            </a:r>
            <a:r>
              <a:rPr lang="ko-KR" altLang="en-US" baseline="0" dirty="0" smtClean="0"/>
              <a:t>플레이어를</a:t>
            </a:r>
            <a:r>
              <a:rPr lang="en-US" altLang="ko-KR" baseline="0" dirty="0" smtClean="0"/>
              <a:t>’</a:t>
            </a:r>
            <a:r>
              <a:rPr lang="ko-KR" altLang="en-US" baseline="0" dirty="0" smtClean="0"/>
              <a:t>이 써지고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다시 지워진 다음 </a:t>
            </a:r>
            <a:r>
              <a:rPr lang="en-US" altLang="ko-KR" baseline="0" dirty="0" smtClean="0"/>
              <a:t>‘</a:t>
            </a:r>
            <a:r>
              <a:rPr lang="ko-KR" altLang="en-US" baseline="0" dirty="0" smtClean="0"/>
              <a:t>관객을</a:t>
            </a:r>
            <a:r>
              <a:rPr lang="en-US" altLang="ko-KR" baseline="0" dirty="0" smtClean="0"/>
              <a:t>’</a:t>
            </a:r>
            <a:r>
              <a:rPr lang="ko-KR" altLang="en-US" baseline="0" dirty="0" smtClean="0"/>
              <a:t>이 써지고 다시 지워진 다음 </a:t>
            </a:r>
            <a:r>
              <a:rPr lang="en-US" altLang="ko-KR" baseline="0" dirty="0" smtClean="0"/>
              <a:t>‘</a:t>
            </a:r>
            <a:r>
              <a:rPr lang="ko-KR" altLang="en-US" baseline="0" dirty="0" smtClean="0"/>
              <a:t>남을</a:t>
            </a:r>
            <a:r>
              <a:rPr lang="en-US" altLang="ko-KR" baseline="0" dirty="0" smtClean="0"/>
              <a:t>’</a:t>
            </a:r>
            <a:r>
              <a:rPr lang="ko-KR" altLang="en-US" baseline="0" dirty="0" smtClean="0"/>
              <a:t>이 최종적으로 남고 다음 문장이 출력됨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584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빠르게 지워지고 다음으로 넘어간다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5151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(</a:t>
            </a:r>
            <a:r>
              <a:rPr lang="ko-KR" altLang="en-US" dirty="0" smtClean="0"/>
              <a:t>일러스트가 있어도 </a:t>
            </a:r>
            <a:r>
              <a:rPr lang="ko-KR" altLang="en-US" dirty="0" err="1" smtClean="0"/>
              <a:t>좋을듯</a:t>
            </a:r>
            <a:r>
              <a:rPr lang="en-US" altLang="ko-KR" dirty="0" smtClean="0"/>
              <a:t>. </a:t>
            </a:r>
            <a:r>
              <a:rPr lang="ko-KR" altLang="en-US" dirty="0" smtClean="0"/>
              <a:t>어두운 무대에서 수직으로 </a:t>
            </a:r>
            <a:r>
              <a:rPr lang="ko-KR" altLang="en-US" dirty="0" err="1" smtClean="0"/>
              <a:t>내리꽂히는</a:t>
            </a:r>
            <a:r>
              <a:rPr lang="ko-KR" altLang="en-US" dirty="0" smtClean="0"/>
              <a:t> 스포트라이트를 받으며 주저앉은 한 남자가 객석을 향해 손을 뻗는 장면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2022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(23p</a:t>
            </a:r>
            <a:r>
              <a:rPr lang="ko-KR" altLang="en-US" dirty="0" smtClean="0"/>
              <a:t>의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이미지가 그대로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남자의 손을 조금 더 강조하거나 클로즈업하면서</a:t>
            </a:r>
            <a:r>
              <a:rPr lang="en-US" altLang="ko-KR" baseline="0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4708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254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5493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554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8417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6405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9738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8823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0278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2394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작가에게 </a:t>
            </a:r>
            <a:r>
              <a:rPr lang="en-US" altLang="ko-KR" dirty="0" smtClean="0"/>
              <a:t>~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존재여서 부분은 빠르게 삭제됨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9450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차라리만</a:t>
            </a:r>
            <a:r>
              <a:rPr lang="ko-KR" altLang="en-US" dirty="0" smtClean="0"/>
              <a:t> 남고</a:t>
            </a:r>
            <a:r>
              <a:rPr lang="en-US" altLang="ko-KR" dirty="0" smtClean="0"/>
              <a:t>, / </a:t>
            </a:r>
            <a:r>
              <a:rPr lang="ko-KR" altLang="en-US" dirty="0" smtClean="0"/>
              <a:t>내가 </a:t>
            </a:r>
            <a:r>
              <a:rPr lang="en-US" altLang="ko-KR" dirty="0" smtClean="0"/>
              <a:t>~ </a:t>
            </a:r>
            <a:r>
              <a:rPr lang="ko-KR" altLang="en-US" dirty="0" smtClean="0"/>
              <a:t>없애버리는 </a:t>
            </a:r>
            <a:r>
              <a:rPr lang="en-US" altLang="ko-KR" dirty="0" smtClean="0"/>
              <a:t>/ </a:t>
            </a:r>
            <a:r>
              <a:rPr lang="ko-KR" altLang="en-US" dirty="0" smtClean="0"/>
              <a:t>까지는 출력되었다가 빠르게 삭제되고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이후 뒷부분이 출력됨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8898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그 대신만 남고 뒷문장은 모두 빠르게 삭제됨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FB6E8-1663-4BEE-A7B1-F63B4C20F584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430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364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7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76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974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590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73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498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68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965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529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61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C9AC9-4E13-4B93-B32F-8B2EAC53CB6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E6AC5-DE93-4D7A-8455-940B9C443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0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제목을 입력해주세요</a:t>
            </a:r>
            <a:endParaRPr lang="ko-KR" altLang="en-US" dirty="0">
              <a:solidFill>
                <a:srgbClr val="FFFF00"/>
              </a:solidFill>
              <a:latin typeface="본명조 Heavy" panose="02020900000000000000" pitchFamily="18" charset="-127"/>
              <a:ea typeface="본명조 Heavy" panose="02020900000000000000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기원석</a:t>
            </a:r>
            <a:endParaRPr lang="ko-KR" altLang="en-US" dirty="0">
              <a:solidFill>
                <a:srgbClr val="FFFF00"/>
              </a:solidFill>
              <a:latin typeface="본명조 Heavy" panose="02020900000000000000" pitchFamily="18" charset="-127"/>
              <a:ea typeface="본명조 Heavy" panose="020209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210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모든 작가는 글을 쓰려는 힘과 </a:t>
            </a:r>
            <a:endParaRPr lang="en-US" altLang="ko-KR" sz="3600" dirty="0" smtClean="0">
              <a:solidFill>
                <a:srgbClr val="FFFF00"/>
              </a:solidFill>
              <a:latin typeface="본명조 Heavy" panose="02020900000000000000" pitchFamily="18" charset="-127"/>
              <a:ea typeface="본명조 Heavy" panose="02020900000000000000" pitchFamily="18" charset="-127"/>
            </a:endParaRPr>
          </a:p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글을 지우려는 힘을 동시에 지니고 있다</a:t>
            </a:r>
            <a:r>
              <a:rPr lang="en-US" altLang="ko-KR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563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대부분의 작가에게는 </a:t>
            </a:r>
            <a:endParaRPr lang="en-US" altLang="ko-KR" sz="3600" dirty="0" smtClean="0">
              <a:solidFill>
                <a:srgbClr val="FFFF00"/>
              </a:solidFill>
              <a:latin typeface="본명조 Heavy" panose="02020900000000000000" pitchFamily="18" charset="-127"/>
              <a:ea typeface="본명조 Heavy" panose="02020900000000000000" pitchFamily="18" charset="-127"/>
            </a:endParaRPr>
          </a:p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지우려는 힘이 더 강하다</a:t>
            </a:r>
            <a:r>
              <a:rPr lang="en-US" altLang="ko-KR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693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그건 자신의 미숙함을 들키지 않는다는 </a:t>
            </a:r>
            <a:endParaRPr lang="en-US" altLang="ko-KR" sz="3600" dirty="0" smtClean="0">
              <a:solidFill>
                <a:srgbClr val="FFFF00"/>
              </a:solidFill>
              <a:latin typeface="본명조 Heavy" panose="02020900000000000000" pitchFamily="18" charset="-127"/>
              <a:ea typeface="본명조 Heavy" panose="02020900000000000000" pitchFamily="18" charset="-127"/>
            </a:endParaRPr>
          </a:p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점에서 최악은 아니다</a:t>
            </a:r>
            <a:r>
              <a:rPr lang="en-US" altLang="ko-KR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309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최악은 역시</a:t>
            </a:r>
            <a:r>
              <a:rPr lang="en-US" altLang="ko-KR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, </a:t>
            </a:r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형편없는 작품을 </a:t>
            </a:r>
            <a:endParaRPr lang="en-US" altLang="ko-KR" sz="3600" dirty="0" smtClean="0">
              <a:solidFill>
                <a:srgbClr val="FFFF00"/>
              </a:solidFill>
              <a:latin typeface="본명조 Heavy" panose="02020900000000000000" pitchFamily="18" charset="-127"/>
              <a:ea typeface="본명조 Heavy" panose="02020900000000000000" pitchFamily="18" charset="-127"/>
            </a:endParaRPr>
          </a:p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미처 지우지도 못하고 계속 써내려 가는 것</a:t>
            </a:r>
            <a:r>
              <a:rPr lang="en-US" altLang="ko-KR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198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최악은 역시</a:t>
            </a:r>
            <a:r>
              <a:rPr lang="en-US" altLang="ko-KR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, </a:t>
            </a:r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형편없는 작품을 </a:t>
            </a:r>
            <a:endParaRPr lang="en-US" altLang="ko-KR" sz="3600" dirty="0" smtClean="0">
              <a:solidFill>
                <a:srgbClr val="FFFF00"/>
              </a:solidFill>
              <a:latin typeface="본명조 Heavy" panose="02020900000000000000" pitchFamily="18" charset="-127"/>
              <a:ea typeface="본명조 Heavy" panose="02020900000000000000" pitchFamily="18" charset="-127"/>
            </a:endParaRPr>
          </a:p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미처 지우지도 </a:t>
            </a:r>
            <a:endParaRPr lang="en-US" altLang="ko-KR" sz="3600" dirty="0" smtClean="0">
              <a:solidFill>
                <a:srgbClr val="FFFF00"/>
              </a:solidFill>
              <a:latin typeface="본명조 Heavy" panose="02020900000000000000" pitchFamily="18" charset="-127"/>
              <a:ea typeface="본명조 Heavy" panose="020209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077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최악은 역시</a:t>
            </a:r>
            <a:r>
              <a:rPr lang="en-US" altLang="ko-KR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, </a:t>
            </a:r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형편없는 작품</a:t>
            </a:r>
            <a:endParaRPr lang="en-US" altLang="ko-KR" sz="3600" dirty="0" smtClean="0">
              <a:solidFill>
                <a:srgbClr val="FFFF00"/>
              </a:solidFill>
              <a:latin typeface="본명조 Heavy" panose="02020900000000000000" pitchFamily="18" charset="-127"/>
              <a:ea typeface="본명조 Heavy" panose="020209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780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최악은</a:t>
            </a:r>
            <a:endParaRPr lang="en-US" altLang="ko-KR" sz="3600" dirty="0" smtClean="0">
              <a:solidFill>
                <a:srgbClr val="FFFF00"/>
              </a:solidFill>
              <a:latin typeface="본명조 Heavy" panose="02020900000000000000" pitchFamily="18" charset="-127"/>
              <a:ea typeface="본명조 Heavy" panose="020209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872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젠장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69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이렇게 또 만날 줄이야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43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솔직히 이제는 작가에게 </a:t>
            </a:r>
            <a:r>
              <a:rPr lang="ko-KR" altLang="en-US" sz="2000" dirty="0" err="1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실망했소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773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err="1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반복으로부터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 나를 떠밀어 낸 걸로도 모자라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당신들을 또 상대하게 할 줄은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244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err="1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반복으로부터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 나를 떠밀어 낸 걸로도 모자라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당신들을 또 상대하게 할 줄은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69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기분 같아선 당신들에게 욕이라도 실컷 해주고 싶소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332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책에서 만났던 이들과는 전혀 다른 얼굴도 보이는 것 같소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765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만일 당신에게도 얼굴이라는 게 있다면 말이지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6128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유령 같은 독자들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아무것도 이해하지 않는 천치들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 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쓸모 없는 태엽만 달고 사는 허수아비들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597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누구도 그 책을 끝까지 읽을 순 없었을 것이오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079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몇몇은 해괴한 그 책에 대해 무슨 자문이라도 구하려고 </a:t>
            </a:r>
            <a:endParaRPr lang="en-US" altLang="ko-KR" sz="2000" dirty="0" smtClean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도망치듯이 여기에 먼저 도착했고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몇몇은 편협하고 괴팍한 방식에 질려버린 나머지</a:t>
            </a:r>
            <a:endParaRPr lang="en-US" altLang="ko-KR" sz="2000" dirty="0" smtClean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숨통이라도 틔우려고 여기까지 건너뛰었으며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77922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몇몇은 반복에 미쳐버린 인간을 화자로 내세운 작가에 대해</a:t>
            </a:r>
            <a:endParaRPr lang="en-US" altLang="ko-KR" sz="2000" dirty="0" smtClean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이제 분노하고 있겠지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이제 실망하고 있겠지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이제 어떤 식으로든</a:t>
            </a:r>
            <a:endParaRPr lang="en-US" altLang="ko-KR" sz="2000" dirty="0" smtClean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말하게 되겠지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이런 건 시도 아니고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연극도 아니고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게임도 아니고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</a:p>
          <a:p>
            <a:r>
              <a:rPr lang="ko-KR" altLang="en-US" sz="2000" dirty="0" err="1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낭독회도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 아니고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소설도 아니고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에세이도 아니고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판타지도 아니고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메모도 아니고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경고문도 아니고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무엇도 아니고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그저 최악의</a:t>
            </a:r>
            <a:r>
              <a:rPr lang="en-US" altLang="ko-KR" sz="2000" dirty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형편 없는</a:t>
            </a:r>
            <a:endParaRPr lang="en-US" altLang="ko-KR" sz="2000" dirty="0" smtClean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026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……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이 얼마나 비겁하고 우악스러운 </a:t>
            </a:r>
            <a:r>
              <a:rPr lang="ko-KR" altLang="en-US" sz="2000" dirty="0" err="1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짓이오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자기 자신을 피력하고 변호하고 치장하기에도 모자란 자리에</a:t>
            </a:r>
            <a:endParaRPr lang="en-US" altLang="ko-KR" sz="2000" dirty="0" smtClean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독자를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(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플레이어를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(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관객을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(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남을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)))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데려다 놓고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막상 자신에게 불쾌한 말을</a:t>
            </a:r>
            <a:endParaRPr lang="en-US" altLang="ko-KR" sz="2000" dirty="0" smtClean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내가 꺼내기라도 하면 검열하고 지워버리는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독단적이고 치졸한 작가 말이오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당신도 지금 보고 있소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7482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이렇게 지워버릴 거였으면 나를 부르지 </a:t>
            </a:r>
            <a:r>
              <a:rPr lang="ko-KR" altLang="en-US" sz="2000" dirty="0" err="1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말았어야지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비겁한 작가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6544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그는 어둠을 향해 손을 뻗는다</a:t>
            </a:r>
            <a:r>
              <a:rPr lang="en-US" altLang="ko-KR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356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3600" dirty="0" smtClean="0">
                <a:solidFill>
                  <a:srgbClr val="FFFF00"/>
                </a:solidFill>
                <a:latin typeface="본명조 Heavy" panose="02020900000000000000" pitchFamily="18" charset="-127"/>
                <a:ea typeface="본명조 Heavy" panose="02020900000000000000" pitchFamily="18" charset="-127"/>
              </a:rPr>
              <a:t>무언가 움켜쥐려는 듯이</a:t>
            </a:r>
            <a:endParaRPr lang="en-US" altLang="ko-KR" sz="3600" dirty="0" smtClean="0">
              <a:solidFill>
                <a:srgbClr val="FFFF00"/>
              </a:solidFill>
              <a:latin typeface="본명조 Heavy" panose="02020900000000000000" pitchFamily="18" charset="-127"/>
              <a:ea typeface="본명조 Heavy" panose="020209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457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여기서 보면 당신들은 모두 어둠에 가려져 있어서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어디에서 날 보고 있는지 모르겠소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760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당신들이 몇 명이나 되는지도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내가 지금 몇 번이나 </a:t>
            </a:r>
            <a:r>
              <a:rPr lang="ko-KR" altLang="en-US" sz="2000" dirty="0" err="1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재생되었는지도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5751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나를 태울 듯이 내리쬐는 조명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저게 나에게 유일한 지표인데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5251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나는 여전히 아무것도 조작할 줄 모르오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688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나는 이 책의 독자일 뿐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.(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나는 이 게임의 등장인물일 뿐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52787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나는 당신들처럼 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/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다른 책으로 건너갈 수 없거든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 </a:t>
            </a:r>
          </a:p>
          <a:p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(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다른 게임으로 건너갈 수 없거든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59657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지금 나를 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/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 읽는 당신에게 어떤 책들이 또 존재한다면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</a:t>
            </a:r>
          </a:p>
          <a:p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(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플레이하는 당신에게 어떤 게임이 또 존재한다면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,)</a:t>
            </a:r>
          </a:p>
        </p:txBody>
      </p:sp>
    </p:spTree>
    <p:extLst>
      <p:ext uri="{BB962C8B-B14F-4D97-AF65-F5344CB8AC3E}">
        <p14:creationId xmlns:p14="http://schemas.microsoft.com/office/powerpoint/2010/main" val="93848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그토록 무수한 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/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책이 세상에 바글바글 쌓여 있다면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</a:t>
            </a:r>
          </a:p>
          <a:p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(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게임이 세상에 바글바글 쌓여 있다면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,)</a:t>
            </a:r>
          </a:p>
        </p:txBody>
      </p:sp>
    </p:spTree>
    <p:extLst>
      <p:ext uri="{BB962C8B-B14F-4D97-AF65-F5344CB8AC3E}">
        <p14:creationId xmlns:p14="http://schemas.microsoft.com/office/powerpoint/2010/main" val="267334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당신도 나처럼 단 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/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 한 권의 책을 읽고 또 읽는</a:t>
            </a:r>
            <a:endParaRPr lang="en-US" altLang="ko-KR" sz="2000" dirty="0" smtClean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  <a:p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(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하나의 게임을 하고 또 하는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290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나 같은 비루한 독자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(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플레이어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)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는 </a:t>
            </a:r>
            <a:endParaRPr lang="en-US" altLang="ko-KR" sz="2000" dirty="0" smtClean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작가에게 유일무이하고 너무나 소중한 존재여서</a:t>
            </a:r>
            <a:endParaRPr lang="en-US" altLang="ko-KR" sz="2000" dirty="0" smtClean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767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차라리 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/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내가 대신 작가가 되기를 바라고</a:t>
            </a:r>
            <a:endParaRPr lang="en-US" altLang="ko-KR" sz="2000" dirty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작가 같은 건 없애버리는 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/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없는 편이 낫지 않겠소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218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02422" y="1800000"/>
            <a:ext cx="8637577" cy="3240000"/>
          </a:xfrm>
        </p:spPr>
        <p:txBody>
          <a:bodyPr anchor="ctr" anchorCtr="1">
            <a:noAutofit/>
          </a:bodyPr>
          <a:lstStyle/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그 대신 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/ 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나는 작가의 충실한 개가 되어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작가 자신보다도 더 순수한 작품세계 속의 존재가 되어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</a:t>
            </a: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이 작품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(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게임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)</a:t>
            </a:r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을 형편없는 최악의 것으로부터 구제하는 </a:t>
            </a:r>
            <a:endParaRPr lang="en-US" altLang="ko-KR" sz="2000" dirty="0" smtClean="0">
              <a:solidFill>
                <a:srgbClr val="FFFF00"/>
              </a:solidFill>
              <a:latin typeface="본명조 Medium" panose="02020500000000000000" pitchFamily="18" charset="-127"/>
              <a:ea typeface="본명조 Medium" panose="02020500000000000000" pitchFamily="18" charset="-127"/>
            </a:endParaRPr>
          </a:p>
          <a:p>
            <a:r>
              <a:rPr lang="ko-KR" altLang="en-US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자동생성 알고리즘이 되어</a:t>
            </a:r>
            <a:r>
              <a:rPr lang="en-US" altLang="ko-KR" sz="2000" dirty="0" smtClean="0">
                <a:solidFill>
                  <a:srgbClr val="FFFF00"/>
                </a:solidFill>
                <a:latin typeface="본명조 Medium" panose="02020500000000000000" pitchFamily="18" charset="-127"/>
                <a:ea typeface="본명조 Medium" panose="02020500000000000000" pitchFamily="18" charset="-127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232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740</Words>
  <Application>Microsoft Office PowerPoint</Application>
  <PresentationFormat>와이드스크린</PresentationFormat>
  <Paragraphs>123</Paragraphs>
  <Slides>36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맑은 고딕</vt:lpstr>
      <vt:lpstr>본명조 Heavy</vt:lpstr>
      <vt:lpstr>본명조 Medium</vt:lpstr>
      <vt:lpstr>Arial</vt:lpstr>
      <vt:lpstr>Office 테마</vt:lpstr>
      <vt:lpstr>제목을 입력해주세요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이야기꾼</dc:title>
  <dc:creator>lws</dc:creator>
  <cp:lastModifiedBy>lws</cp:lastModifiedBy>
  <cp:revision>14</cp:revision>
  <dcterms:created xsi:type="dcterms:W3CDTF">2026-04-02T09:56:03Z</dcterms:created>
  <dcterms:modified xsi:type="dcterms:W3CDTF">2026-05-10T14:07:38Z</dcterms:modified>
</cp:coreProperties>
</file>